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91440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C27A"/>
                </a:solidFill>
                <a:latin typeface="Calibri"/>
              </a:rPr>
              <a:t>GÉOLOGIE — SCIENCES DE LA TERRE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La tectonique des plaques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C9D6E4"/>
                </a:solidFill>
                <a:latin typeface="Calibri"/>
              </a:rPr>
              <a:t>Comprendre pourquoi bougent les continents, tremble la Terre et naissent les montagnes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2C6"/>
                </a:solidFill>
                <a:latin typeface="Calibri"/>
              </a:rPr>
              <a:t>8 diapositives · chiffres sourcés et cités (Wikipédia, USGS, Britannica, The Pangea Map)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FB2C6"/>
                </a:solidFill>
                <a:latin typeface="Calibri"/>
              </a:rPr>
              <a:t>Généré localement —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IDÉE-CLÉ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Une Terre en morceaux, en mouvement permanent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La surface terrestre n'est pas d'un seul bloc : elle est découpée en plaques rigides qui flottent sur le manteau chaud et ductile.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82296" cy="3749039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15 plaques majeures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Complétées par une cinquantaine de plaques mineures.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Chaque plaque porte un continent, un océan, ou les deux.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Ex. : plaque Pacifique (océanique), plaque Amérique du Sud (mixte).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82296" cy="3749039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≈ 100 km d'épaisseur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La lithosphère (croûte + manteau supérieur rigide) forme les plaques.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En dessous : l'asthénosphère, ductile, qui les laisse glisser.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Les plaques portent les océans ET les continents.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82296" cy="3749039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0 à ≈ 16 cm /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Vitesse du mouvement relatif entre deux plaques (maximum observé).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Soit à peu près la vitesse à laquelle poussent vos ongles.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Mais sur 100 millions d'années, cela déplace un continent de milliers de km.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Sources : Wikipédia « Tectonique des plaques » (15 plaques majeures, ~50 mineures, vitesses 0–16 cm/an).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HISTOIRE DES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 la dérive des continents à la tectonique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Trois étapes : une intuition juste (1912), un mécanisme manquant, puis la preuve venue des fonds océaniques.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920240" cy="868680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1912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94560"/>
            <a:ext cx="88696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Alfred Wegener publie la théorie de la dérive des continents : les continents se seraient déplacés à la surface du globe.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18688"/>
            <a:ext cx="1920240" cy="868680"/>
          </a:xfrm>
          <a:prstGeom prst="rect">
            <a:avLst/>
          </a:prstGeom>
          <a:solidFill>
            <a:srgbClr val="44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18688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1912-1950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218688"/>
            <a:ext cx="88696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186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L'idée est rejetée faute de mécanisme : aucun continent ne peut « labourer » la croûte océanique.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42816"/>
            <a:ext cx="1920240" cy="86868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42816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1960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4242816"/>
            <a:ext cx="88696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242816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Harry Hess propose l'expansion des fonds océaniques : la croûte naît aux dorsales et s'écarte — le moteur est trouvé.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66944"/>
            <a:ext cx="1920240" cy="86868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66944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années 1960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5266944"/>
            <a:ext cx="88696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5266944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Sismologie, paléomagnétisme et âge des fonds convergent : la synthèse « tectonique des plaques » s'impose.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Sources : Wikipédia « Dérive des continents », « Harry Hess », « Expansion des fonds océaniques », « Tectonique des plaques ».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MÉCANISME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Trois types de limites entre plaques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Tout l'activité sismique et volcanique majeure se concentre aux frontières des plaques.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82296" cy="3749039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Divergentes — écartement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Les plaques s'écartent : le manteau remonte et crée une croûte neuve.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Dorsales océaniques (ex. dorsale médio-atlantique).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Rifts continentaux (ex. rift est-africain).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D97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82296" cy="3749039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Convergentes — chevauchement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Subduction : une plaque plonge sous l'autre → fosses, volcans, grands séismes.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Collision : deux continents s'empilent → chaînes de montagnes (Alpes, Himalaya).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Ex. : la fosse des Mariannes (plaque Pacifique sous plaque Mariannes).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4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82296" cy="3749039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Transformantes — coulissement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Les plaques glissent latéralement l'une contre l'autre.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Ni croûte créée, ni croûte détruite.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Séismes brutaux, sans volcan : faille de San Andreas (Californie).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Sources : Wikipédia « Tectonique des plaques » et « Faille transformante » ; USGS « Plate tectonics 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DANS LE TEMPS PROFOND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Pangée : le supercontinent et sa rupture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Les plaques rassemblent puis dispersent les continents selon un cycle long de plusieurs centaines de millions d'années.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5780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4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82296" cy="3749039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42A4F"/>
                </a:solidFill>
                <a:latin typeface="Calibri"/>
              </a:rPr>
              <a:t>Repères chiffrés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≈ 335 Ma : assemblée de Pangée (Carbonifère) — Wikipédia « Pangée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≈ 175 Ma : début de la fragmentation (Jurassique) — Wikipédia « Pangée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≈ 160 Ma : durée de vie du supercontinent — Wikipédia « Pangée » (en)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≈ 15 cm/an : dérive de l'Inde vers le nord, l'un des mouvements les plus rapides connus — The Pangea Map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400 à 600 Ma : période du cycle de Wilson (assemblage / rupture des supercontinents) — The Pangea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530352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D97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82296" cy="3749039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42A4F"/>
                </a:solidFill>
                <a:latin typeface="Calibri"/>
              </a:rPr>
              <a:t>À retenir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Pangée (du grec « toutes les terres ») était entourée de l'océan Panthalassa.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Elle s'est d'abord scindée en deux : Laurasia au nord, Gondwana au sud.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Puis l'Atlantique sud s'est ouvert — l'Amérique du Sud s'écartant de l'Afrique.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Pangée n'est pas le premier supercontinent : Rodinia (≈ 1,1 Ga) l'a précédé.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Les Alpes et l'Himalaya sont les « coutures » encore actives de ces mouvements.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Sources : Wikipédia « Pangée » et « Rodinia » ; The Pangea Map (thepangeamap.com).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Séismes et volcans : la ceinture de feu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Les frontières de plaques concentrent l'essentiel des risques géologiques sur la Terre.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D97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82296" cy="3749039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452 volcans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La ceinture de feu du Pacifique en compte 452, soit 75 % des volcans émergés de la planète (actifs ou éteints).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Un anneau de 40 000 km autour de l'océan Pacifique.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De l'arc japonais aux Andes chiliennes.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4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82296" cy="3749039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≈ 90 % des séismes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Environ 90 % des tremblements de terre mondiaux y sont enregistrés.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La subduction produit les plus grands séismes : Japon 2011, Chili 1960.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Conséquence directe des limites convergentes.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3520440" cy="3749039"/>
          </a:xfrm>
          <a:prstGeom prst="rect">
            <a:avLst/>
          </a:prstGeom>
          <a:solidFill>
            <a:srgbClr val="F2F5F8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82296" cy="3749039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134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10 935 m de profondeur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752344"/>
            <a:ext cx="30632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Le Challenger Deep (fosse des Mariannes) est le point le plus bas de la Terre.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Creusé par la subduction de la plaque Pacifique sous la plaque Mariannes.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Plus profond que l'Everest n'est haut.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Sources : Wikipédia « Ceinture de feu du Pacifique » (452 volcans, 75 %, ~90 % des séismes) ; Encyclopædia Britannica « Challenger Deep » (10 935 m).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Ce qu'il faut retenir en 5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02920" cy="6858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02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965960"/>
            <a:ext cx="1028700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La lithosphère est découpée en 15 plaques majeures et une cinquantaine de mineures, qui bougent de 0 à ≈ 16 cm/an.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502920" cy="6858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502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807208"/>
            <a:ext cx="1028700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807208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Trois types de limites : divergentes (création de croûte), convergentes (destruction, subduction), transformantes (coulissement).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48456"/>
            <a:ext cx="502920" cy="6858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48456"/>
            <a:ext cx="502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648456"/>
            <a:ext cx="1028700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648456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Pangée s'est assemblée vers 335 Ma puis fragmentée vers 175 Ma ; les continents poursuivent leur dérive.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9704"/>
            <a:ext cx="502920" cy="6858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9704"/>
            <a:ext cx="502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489704"/>
            <a:ext cx="1028700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489704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Ceinture de feu du Pacifique : 452 volcans (75 % des volcans émergés) et ≈ 90 % des séismes mondiaux.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30952"/>
            <a:ext cx="502920" cy="6858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30952"/>
            <a:ext cx="502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5330952"/>
            <a:ext cx="1028700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330952"/>
            <a:ext cx="9875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44B54"/>
                </a:solidFill>
                <a:latin typeface="Calibri"/>
              </a:rPr>
              <a:t>La tectonique des plaques relie en une seule théorie montagnes, séismes, volcans et forme des continents.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Synthèse — chiffres sourcés et cités sur les diapositives 2 à 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C27A"/>
                </a:solidFill>
                <a:latin typeface="Calibri"/>
              </a:rPr>
              <a:t>RÉFÉRENCES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Sources (toutes citées dans le corps du document)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Wikipédia, « Tectonique des plaques » — 15 plaques majeures, ~50 plaques mineures, vitesses 0 à ≈ 16 cm/an.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42032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Wikipédia, « Pangée » — assemblage ≈ 335 Ma, fragmentation ≈ 175 Ma, durée ≈ 160 Ma ; « Rodinia » (≈ 1,1 Ga).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72384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Wikipédia, « Dérive des continents » (Wegener, 1912) ; « Expansion des fonds océaniques » / Harry Hess (1960).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02736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478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Wikipédia, « Ceinture de feu du Pacifique » — 452 volcans (75 % des volcans émergés), ≈ 90 % des séismes mondiaux.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3088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Encyclopædia Britannica, « Challenger Deep » — 10 935 m, fosse des Mariannes, subduction plaque Pacifique.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0857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The Pangea Map (thepangeamap.com) — cycle de Wilson 400–600 Ma, dérive de l'Inde ≈ 15 cm/an, Panthalassa.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93792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389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USGS, « Plate Tectonics » — cadre général des limites de plaques et de l'activité sismique et volcanique.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24144"/>
            <a:ext cx="146304" cy="146304"/>
          </a:xfrm>
          <a:prstGeom prst="rect">
            <a:avLst/>
          </a:prstGeom>
          <a:solidFill>
            <a:srgbClr val="D9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Consultation des sources : 25/09/2026. Génération locale (python-pptx), sans API tierce de production.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44B54"/>
                </a:solidFill>
                <a:latin typeface="Calibri"/>
              </a:rPr>
              <a:t>Fin — 8 diapositives.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2A4F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